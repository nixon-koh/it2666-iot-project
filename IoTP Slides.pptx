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4e1ee0e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4e1ee0e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10b97fd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10b97fd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4e1ee0ef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4e1ee0e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4e1ee0ef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4e1ee0ef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4e1ee0ef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4e1ee0ef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4e1ee0ef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4e1ee0ef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4e1ee0ef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4e1ee0ef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IoTP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Gareth, Nixon, Kirsty, Leonard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Proposed Project Idea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06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Proposed Solution</a:t>
            </a:r>
            <a:endParaRPr/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Custodians empty trash collection points to allow further trash collection.</a:t>
            </a:r>
            <a:endParaRPr/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open-ended nature of the process leads to multiple issues: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/>
              <a:t>Singapore has high levels of e waste produced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/>
              <a:t>Unnecessary emptying of bins that are not yet full.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/>
              <a:t>Other inefficiencies reducing process effectiveness.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Results in dissatisfied patrons and custodians, and a less clean environment.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Proposed Project Idea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106375" y="1164875"/>
            <a:ext cx="9003000" cy="3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Implement an IoT-assisted product to streamline waste collection and disposal.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Provide real-time information to help custodians make effective decisions.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include: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/>
              <a:t>An admin dashboard for tracking individual employee and hardware performance and statistics.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/>
              <a:t>RFID cards for custodians to tap at trash collection points for accurate tracking.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/>
              <a:t>Data analysis tools (e.g., graphs) for visualizing statistics for users and admins.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/>
              <a:t>Asynchronous data updates ensuring the latest information is always available.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/>
              <a:t>A live status feature to alert admins if any sensor goes offline.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Overview Diagram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687" y="1017725"/>
            <a:ext cx="6746626" cy="38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Allocation (Gareth)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667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Designed databases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Login form/Logout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Forgot password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Password hashing &amp; salting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Email notification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TOTP verification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Session management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Design admin dashboard layout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Account management (CRUD)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Bin management (CRUD)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Dynamic live charts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Live bin status summary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Logging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Hardware</a:t>
            </a:r>
            <a:r>
              <a:rPr lang="en-GB" sz="1482"/>
              <a:t> data sanitization</a:t>
            </a:r>
            <a:endParaRPr sz="1482"/>
          </a:p>
          <a:p>
            <a:pPr indent="-32273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Char char="●"/>
            </a:pPr>
            <a:r>
              <a:rPr lang="en-GB" sz="1482"/>
              <a:t>Analytical chart for light sensor insights - Bin usage peak hours</a:t>
            </a:r>
            <a:endParaRPr sz="1482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01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29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Allocation (Nixon)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38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Access RFID Reader (UART)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Buzzer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Light Sensor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 and Green LED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Water sensor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Temperature sensor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Distance sensor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DataComms</a:t>
            </a:r>
            <a:endParaRPr/>
          </a:p>
        </p:txBody>
      </p:sp>
      <p:sp>
        <p:nvSpPr>
          <p:cNvPr id="86" name="Google Shape;86;p18"/>
          <p:cNvSpPr txBox="1"/>
          <p:nvPr/>
        </p:nvSpPr>
        <p:spPr>
          <a:xfrm>
            <a:off x="4057050" y="1152550"/>
            <a:ext cx="4982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2"/>
                </a:solidFill>
              </a:rPr>
              <a:t>Admin: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-GB" sz="1200">
                <a:solidFill>
                  <a:schemeClr val="lt2"/>
                </a:solidFill>
              </a:rPr>
              <a:t>Chat/Messaging 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-GB" sz="1200">
                <a:solidFill>
                  <a:schemeClr val="lt2"/>
                </a:solidFill>
              </a:rPr>
              <a:t>Scheduling Cleaners when threshold is exceeded/Routine checks 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-GB" sz="1200">
                <a:solidFill>
                  <a:schemeClr val="lt2"/>
                </a:solidFill>
              </a:rPr>
              <a:t>DataComms 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-GB" sz="1200">
                <a:solidFill>
                  <a:schemeClr val="lt2"/>
                </a:solidFill>
              </a:rPr>
              <a:t>View Schedule Page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-GB" sz="1200">
                <a:solidFill>
                  <a:schemeClr val="lt2"/>
                </a:solidFill>
              </a:rPr>
              <a:t>View Reports with images, resolve reports. 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-GB" sz="1200">
                <a:solidFill>
                  <a:schemeClr val="lt2"/>
                </a:solidFill>
              </a:rPr>
              <a:t>Designed and implemented hardware and threshold database. 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-GB" sz="1200">
                <a:solidFill>
                  <a:schemeClr val="lt2"/>
                </a:solidFill>
              </a:rPr>
              <a:t>Threshold Set dynamically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-GB" sz="1200">
                <a:solidFill>
                  <a:schemeClr val="lt2"/>
                </a:solidFill>
              </a:rPr>
              <a:t>Device log page</a:t>
            </a:r>
            <a:endParaRPr sz="1200">
              <a:solidFill>
                <a:schemeClr val="lt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</a:pPr>
            <a:r>
              <a:rPr lang="en-GB" sz="1200">
                <a:solidFill>
                  <a:schemeClr val="lt2"/>
                </a:solidFill>
              </a:rPr>
              <a:t>Tracks what time users are doing their duty for more effective planning</a:t>
            </a:r>
            <a:endParaRPr sz="1200">
              <a:solidFill>
                <a:schemeClr val="lt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</a:pPr>
            <a:r>
              <a:rPr lang="en-GB" sz="1200">
                <a:solidFill>
                  <a:schemeClr val="lt2"/>
                </a:solidFill>
              </a:rPr>
              <a:t>Tracks trends and amount of Carbon footprint saved</a:t>
            </a:r>
            <a:endParaRPr sz="1200">
              <a:solidFill>
                <a:schemeClr val="lt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</a:pPr>
            <a:r>
              <a:rPr lang="en-GB" sz="1200">
                <a:solidFill>
                  <a:schemeClr val="lt2"/>
                </a:solidFill>
              </a:rPr>
              <a:t>Export Device log data for further analysis</a:t>
            </a:r>
            <a:endParaRPr sz="1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Allocation (Kirsty)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side Application: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Statistics page: Daily statistics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Statistics page: Priority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Chat/Messaging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User Accessibility: Multi-language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Shows guides and FAQs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Hamburger navigation menu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E-waste collected form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Schedule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Allocation (Leonard)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side Application: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Login page and functionality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Statistics page: Data and simple visualizations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Statistics page: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Statistics page: 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User controls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Alerts for user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Interactable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Log on users side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